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&amp; Evaluation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ADK Agentic Applications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463040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83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· July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09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Conversational AI Platform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8229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32588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0368" y="1508760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41732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67335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 Arize monitors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2221992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2404872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31343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Arize traces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256946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Spans, attributes, and latency per layer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311810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30368" y="3300984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33009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320954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eval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346557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 · LLM-as-Judge · Composite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401421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0368" y="4197096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4105656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quality metrics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436168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and composite score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491032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0368" y="5093208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5093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500176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feedback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5257800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rules and ADK Evals loop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— what Arize traces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request flows through four layers. Arize captures the complete trace across all of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SUPERVISOR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Intent classification (LLM/Spacy)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Agent routing decisions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Hallucination checks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272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DOMAIN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Context understanding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Invoking MCP calls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990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6F1FB"/>
          </a:solidFill>
          <a:ln w="1016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MCP 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trajectory sequence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Response / status codes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input / output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08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726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LLM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097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LLM summarization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Completeness of final answer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97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Tone and safety check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6732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858768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captures every span across all four layers in a single trace — routing decision, tool calls, parameters, status codes, token usage, and final LLM output — with two lines of SDK code.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trace looks like in Arize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 "Book me a flight to London next Friday" — trace ID: tr_a8f2c1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latency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2.16s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99632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06256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984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15984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/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20240" y="1874520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18745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75104" y="19019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34272" y="1920240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7424" y="1920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routing ✓   intent 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34086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2386584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9409" y="2386584"/>
            <a:ext cx="806135" cy="329184"/>
          </a:xfrm>
          <a:prstGeom prst="roundRect">
            <a:avLst>
              <a:gd name="adj" fmla="val 1111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64273" y="2414016"/>
            <a:ext cx="7329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034272" y="2432304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2432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trajectory ✓   params 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85292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search_flights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920240" y="2898648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15544" y="2898648"/>
            <a:ext cx="2640787" cy="329184"/>
          </a:xfrm>
          <a:prstGeom prst="roundRect">
            <a:avLst>
              <a:gd name="adj" fmla="val 1111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0408" y="2926080"/>
            <a:ext cx="25676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820ms · 200 OK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34272" y="2944368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07424" y="29443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200 ✓   schema 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3649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confirm_booking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3410712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11926" y="3410712"/>
            <a:ext cx="1389888" cy="329184"/>
          </a:xfrm>
          <a:prstGeom prst="roundRect">
            <a:avLst>
              <a:gd name="adj" fmla="val 11111"/>
            </a:avLst>
          </a:prstGeom>
          <a:solidFill>
            <a:srgbClr val="377ADD"/>
          </a:solidFill>
          <a:ln w="12700">
            <a:solidFill>
              <a:srgbClr val="377A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66790" y="343814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430ms · 200 OK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034272" y="3456432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07424" y="34564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booking ref XK7821 ✓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387705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summarize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20240" y="3922776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01814" y="3922776"/>
            <a:ext cx="1667866" cy="329184"/>
          </a:xfrm>
          <a:prstGeom prst="roundRect">
            <a:avLst>
              <a:gd name="adj" fmla="val 11111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56678" y="3950208"/>
            <a:ext cx="15947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540ms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34272" y="3968496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07424" y="39684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completeness 4.8   halluc-free ✓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evaluation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type targets a different class of quality failure — used in combination across all four agent layers.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Python function — zero LLM cost, runs on 100% of traces instantly.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eval_routing(attrs) -&gt; bool: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 = {"cancel": "CancellationAgent",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"book":   "BookingAgent"}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k, v in rules.items():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 in attrs["input"]: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attrs["routed_to"] == 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361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61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505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649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70832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LLM scores each trace against a rubric you define — applied to sampled traffic.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35424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Judge prompt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1-5 on helpfulness: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 fully resolves user intent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= partial, needs follow-up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= off-topic or confused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Return: {"score": 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"reason": "..."}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354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98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642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786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786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84464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49056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24544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eval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24544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blend of multiple evals into one quality signal — for dashboards and release gates.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49056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Weighted composite 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0.30 × routing_pass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 × trajectory_pass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 × helpfulness_score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+ 0.20 × hallucination_free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Target: ≥ 4.0 / 5.0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4490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gates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634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634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2778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778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dashboard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mapped to every architecture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has distinct failure modes — and its own dedicated eval type to catch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005840"/>
            <a:ext cx="283464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005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Arize captures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228600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246888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005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0" y="1005840"/>
            <a:ext cx="169164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005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335024"/>
            <a:ext cx="1371600" cy="475488"/>
          </a:xfrm>
          <a:prstGeom prst="rect">
            <a:avLst/>
          </a:prstGeom>
          <a:solidFill>
            <a:srgbClr val="EEEDFE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335024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335024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1335024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335024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33502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13350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routed_to, confidence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33502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133502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intent classification accuracy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0" y="133502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847088"/>
            <a:ext cx="1371600" cy="475488"/>
          </a:xfrm>
          <a:prstGeom prst="rect">
            <a:avLst/>
          </a:prstGeom>
          <a:solidFill>
            <a:srgbClr val="EEEDFE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1847088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847088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847088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1847088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84708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28800" y="184708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vs tool_outputs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184708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18470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 — fabricated facts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418320" y="184708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359152"/>
            <a:ext cx="1371600" cy="475488"/>
          </a:xfrm>
          <a:prstGeom prst="rect">
            <a:avLst/>
          </a:prstGeom>
          <a:solidFill>
            <a:srgbClr val="E1F5EE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2359152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2359152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2359152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0" y="2359152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359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28800" y="23591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tool_trajectory, tool_plan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63440" y="23591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235915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sequence &amp; parameter validity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18320" y="23591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871216"/>
            <a:ext cx="1371600" cy="475488"/>
          </a:xfrm>
          <a:prstGeom prst="rect">
            <a:avLst/>
          </a:prstGeom>
          <a:solidFill>
            <a:srgbClr val="E1F5EE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0" y="2871216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2871216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2871216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26880" y="2871216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28712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828800" y="287121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input / output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28712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49440" y="28712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retention across conversation turns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418320" y="287121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4.0 /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3383280"/>
            <a:ext cx="1371600" cy="475488"/>
          </a:xfrm>
          <a:prstGeom prst="rect">
            <a:avLst/>
          </a:prstGeom>
          <a:solidFill>
            <a:srgbClr val="E6F1FB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0" y="3383280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0" y="3383280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8000" y="3383280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26880" y="3383280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338328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828800" y="338328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status_code, tool input/output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663440" y="338328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4944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handling &amp; schema validation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18320" y="33832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3895344"/>
            <a:ext cx="1371600" cy="475488"/>
          </a:xfrm>
          <a:prstGeom prst="rect">
            <a:avLst/>
          </a:prstGeom>
          <a:solidFill>
            <a:srgbClr val="FAEEDA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0" y="3895344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0" y="3895344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3895344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326880" y="3895344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38953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828800" y="38953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vs tool_outputs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663440" y="389534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949440" y="38953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completeness and helpfulness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418320" y="38953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4.2 / 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4407408"/>
            <a:ext cx="1371600" cy="475488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37360" y="4407408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0" y="4407408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858000" y="4407408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326880" y="4407408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440740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828800" y="440740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 combined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663440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eval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949440" y="44074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overall quality signal for dashboards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9418320" y="4407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4.0 / 5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quality metrics — booking agent (last 24h)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surfacing KPIs and the weighted composite quality score across all four agent layers.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737360"/>
            <a:ext cx="227777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+2% vs last week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trajectory pass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737360"/>
            <a:ext cx="2326234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stable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helpfulness (LLM judge)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/ 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737360"/>
            <a:ext cx="2083918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−0.1 — monitor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9828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23544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1737360"/>
            <a:ext cx="96926" cy="548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below 2% threshold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quality score breakdown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2606040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for executives — six component bars for engineers to diagnose root cause.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907792"/>
            <a:ext cx="1645920" cy="1645920"/>
          </a:xfrm>
          <a:prstGeom prst="ellipse">
            <a:avLst/>
          </a:prstGeom>
          <a:solidFill>
            <a:srgbClr val="F1EFE8"/>
          </a:solidFill>
          <a:ln w="19050">
            <a:solidFill>
              <a:srgbClr val="D3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3108960"/>
            <a:ext cx="1243584" cy="1243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192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7200" y="3776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050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composite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7744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  (Supervisor)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03580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035808"/>
            <a:ext cx="3266237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0" y="2926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3429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trajectory  (Domain agent)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53872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3538728"/>
            <a:ext cx="3335731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34290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77440" y="3931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status codes  (MCP tools)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404164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4041648"/>
            <a:ext cx="3439973" cy="146304"/>
          </a:xfrm>
          <a:prstGeom prst="roundRect">
            <a:avLst>
              <a:gd name="adj" fmla="val 25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0" y="39319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77440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judge  (LLM)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454456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4544568"/>
            <a:ext cx="2988259" cy="146304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4.3/5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77440" y="4937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Hallucination-free  (LLM)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504748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5047488"/>
            <a:ext cx="3460821" cy="146304"/>
          </a:xfrm>
          <a:prstGeom prst="roundRect">
            <a:avLst>
              <a:gd name="adj" fmla="val 25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75520" y="49377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77440" y="5440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quality  (LLM)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555040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09360" y="5550408"/>
            <a:ext cx="2918765" cy="146304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75520" y="54406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4.2/5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production feedback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quality drops, Arize alerts within 30 minutes. Every production failure feeds back into the pre-deployment test suite.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070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73936"/>
            <a:ext cx="201168" cy="20116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62763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  &lt; 85%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186537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1hr  →  PagerDuty + Slack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30428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505456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35915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avg  &lt; 3.5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259689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30 min  →  Slack #ai-oncall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03580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36976"/>
            <a:ext cx="201168" cy="20116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9067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  &gt; 2%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332841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1hr  →  PagerDuty + Slack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76732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68496"/>
            <a:ext cx="201168" cy="20116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2219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error rate  &gt; 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405993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15 min  →  Slack #ai-oncall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078992"/>
            <a:ext cx="5605272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207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→ ADK Evals feedback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4996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caught in production becomes a permanent test case — regressions cannot ship again.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193852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938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19019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fires in Arize — link to failing traces sent to #ai-oncall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226771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532888"/>
            <a:ext cx="329184" cy="32918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249631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opens trace explorer — root cause identified in minutes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286207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3127248"/>
            <a:ext cx="329184" cy="3291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30906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traces exported from Arize with one click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345643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3721608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36850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imported into ADK Evals as permanent golden test cases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05079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315968"/>
            <a:ext cx="329184" cy="329184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315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48272" y="42793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validated offline → deployed → Arize confirms recovery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519379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2395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AirX booking ID format bug detected at 11:47 AM · root cause found 11:56 AM · fix deployed 12:52 PM · Arize confirmed recovery 1:08 PM → 81 minutes end-to-end.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2026-07-15T21:07:27Z</dcterms:created>
  <dcterms:modified xsi:type="dcterms:W3CDTF">2026-07-15T21:07:27Z</dcterms:modified>
</cp:coreProperties>
</file>