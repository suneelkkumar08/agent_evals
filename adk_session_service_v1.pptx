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713781"/>
            <a:ext cx="419527" cy="41952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48640" y="265176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Multi-Turn Session Management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+  Google ADK Supervisor / Sub-Agents  +  Redis Session Store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Channel-aware routing · intent switching · session state design · evaluation strategy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66" y="5856366"/>
            <a:ext cx="284196" cy="2841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15468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06" y="5856366"/>
            <a:ext cx="284196" cy="2841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3016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Supervisor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76072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646" y="5856366"/>
            <a:ext cx="284196" cy="2841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3620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366760" y="58064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6686" y="5856366"/>
            <a:ext cx="284196" cy="2841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42248" y="5806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review covers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184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169218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lifecycle &amp; identity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194767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sessionId is issued, propagated, and resolved across UI, Spring Boot, and ADK turn by turn.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72200" y="141732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16184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501" y="1692189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schema design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1947672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patterns, data structures, and TTL strategy for state, events, user, and app scope.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09067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3365541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552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62102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slot values like productType live in session.state — not echoed by the client.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72200" y="3090672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329184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501" y="3365541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2552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Channel-aware routing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621024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channel/locale data in front of the supervisor before it picks a sub-agent.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76402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965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503889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Intent-switch handling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1508760" y="529437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supervisor detects a topic change mid-conversation and re-routes correctly.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72200" y="476402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00800" y="496519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4501" y="503889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92861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132320" y="5294376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criteria + custom checks to keep session-state correctness regression-free.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canonical session, three layers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737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F2F5F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225399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Client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only X-Session-Id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31720" y="2606040"/>
            <a:ext cx="45720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788920" y="1828800"/>
            <a:ext cx="19659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017520" y="2011680"/>
            <a:ext cx="457200" cy="457200"/>
          </a:xfrm>
          <a:prstGeom prst="ellipse">
            <a:avLst/>
          </a:prstGeom>
          <a:solidFill>
            <a:srgbClr val="F2F5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956" y="207111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5146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Gateway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834640" y="28620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session resolve · channel inject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0" y="2606040"/>
            <a:ext cx="457200" cy="914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212080" y="1600200"/>
            <a:ext cx="6355080" cy="2240280"/>
          </a:xfrm>
          <a:prstGeom prst="roundRect">
            <a:avLst>
              <a:gd name="adj" fmla="val 3265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4406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RUNTIME (RUNNER)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40680" y="228600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0" y="2468880"/>
            <a:ext cx="457200" cy="457200"/>
          </a:xfrm>
          <a:prstGeom prst="ellipse">
            <a:avLst/>
          </a:prstGeom>
          <a:solidFill>
            <a:srgbClr val="161D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8716" y="252831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40680" y="29718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7818120" y="182880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00100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Sub-Agent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 flipV="1">
            <a:off x="7269480" y="2057400"/>
            <a:ext cx="502920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7818120" y="242316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001000" y="2423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Sub-Agent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 flipV="1">
            <a:off x="7269480" y="2651760"/>
            <a:ext cx="502920" cy="22860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7818120" y="3017520"/>
            <a:ext cx="35204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8001000" y="3017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Sub-Agent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7269480" y="2880360"/>
            <a:ext cx="502920" cy="36576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2788920" y="4297680"/>
            <a:ext cx="6949440" cy="1280160"/>
          </a:xfrm>
          <a:prstGeom prst="roundRect">
            <a:avLst>
              <a:gd name="adj" fmla="val 5714"/>
            </a:avLst>
          </a:prstGeom>
          <a:solidFill>
            <a:srgbClr val="161D4D"/>
          </a:solidFill>
          <a:ln w="12700">
            <a:solidFill>
              <a:srgbClr val="161D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301752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900" y="4774540"/>
            <a:ext cx="372161" cy="372161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3657600" y="44622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— Session Store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3657600" y="48646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adk:session  ·  adk:events (stream)  ·  adk:user  ·  adk:app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3657600" y="517550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TTL · atomic state_delta merge · per-session lock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3749040" y="3383280"/>
            <a:ext cx="914" cy="91440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  <a:tailEnd type="triangle"/>
          </a:ln>
        </p:spPr>
      </p:sp>
      <p:sp>
        <p:nvSpPr>
          <p:cNvPr id="38" name="Text 32"/>
          <p:cNvSpPr/>
          <p:nvPr/>
        </p:nvSpPr>
        <p:spPr>
          <a:xfrm>
            <a:off x="3886200" y="40050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CRUD</a:t>
            </a:r>
            <a:endParaRPr lang="en-US" sz="750" dirty="0"/>
          </a:p>
        </p:txBody>
      </p:sp>
      <p:sp>
        <p:nvSpPr>
          <p:cNvPr id="39" name="Shape 33"/>
          <p:cNvSpPr/>
          <p:nvPr/>
        </p:nvSpPr>
        <p:spPr>
          <a:xfrm>
            <a:off x="6309360" y="3474720"/>
            <a:ext cx="914" cy="822960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  <a:tailEnd type="triangle"/>
          </a:ln>
        </p:spPr>
      </p:sp>
      <p:sp>
        <p:nvSpPr>
          <p:cNvPr id="40" name="Text 34"/>
          <p:cNvSpPr/>
          <p:nvPr/>
        </p:nvSpPr>
        <p:spPr>
          <a:xfrm>
            <a:off x="6446520" y="40050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append_event(state_delta)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548640" y="57150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key: (appName, userId, sessionId)  —  the only handle the client ever needs to carry.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on every request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3195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333195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reads X-Session-Id (or issues one) + userId from auth — never from the client body.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48102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94406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78962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78962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58998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7286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sessionService.getSession(appName, userId, sessionId) from Redis; create one transparently if missing/expired.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3869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40173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4728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824728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04765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channel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23053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synthetic event with temp:channel / temp:locale before invoking the Runner.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9635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85939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70494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070494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50531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agent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68819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routes (re-evaluated every turn); sub-agent reads/writes state via ToolContext.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385402" y="2971800"/>
            <a:ext cx="12801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531706" y="1600200"/>
            <a:ext cx="2081174" cy="2743200"/>
          </a:xfrm>
          <a:prstGeom prst="roundRect">
            <a:avLst>
              <a:gd name="adj" fmla="val 3515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316261" y="178308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0316261" y="1783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96298" y="2468880"/>
            <a:ext cx="17519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+ reply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14586" y="3063240"/>
            <a:ext cx="17154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append_event() merges state_delta atomically into Redis; response + same sessionId returned to the client.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key schema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188720"/>
                <a:gridCol w="52120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Key Pattern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TTL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adk:session:{app}:{user}:{sid}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Conversation-scoped state (e.g. productType, active_intent)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Sliding, ~45 min idle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adk:events:{app}:{user}:{sid}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 turn history for replay / audit; trimmed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adk:user:{app}:{user}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user:-prefixed state — persists across sessions for that 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/ 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adk:app:{app}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app:-prefixed global config shared by all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5637276"/>
            <a:ext cx="338328" cy="338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544068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go through a Lua script: merge state_delta fields + XADD the event atomically — never a blind read-modify-write of the whole hash.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state lives server-side, not in the client payload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FBEDEB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8484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105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Anti-pattern: client echoes state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is expected to resend productType in every request body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across devices and multi-channel sessions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stale or tampered client value silently corrupts the flow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554480"/>
            <a:ext cx="5349240" cy="2606040"/>
          </a:xfrm>
          <a:prstGeom prst="roundRect">
            <a:avLst>
              <a:gd name="adj" fmla="val 2807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184846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05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resolve from session.state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29400" y="233172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carries only the opaque sessionId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tools read productType from Redis-backed state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across devices, channels, and retries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868680" y="4617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precedence, applied every turn: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50109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Explicit new value in this turn's input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 changed it)  →  overwrites stored state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68680" y="537667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Stored session.state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 on an earlier turn)  →  used as-is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868680" y="574243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Neither present 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agent asks a clarifying question instead of guessing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productType across two turns — no client echo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"I want to apply for a loan"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" y="278892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61D4D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926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  { sessionId, utterance 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state_delta: { productType: "Loan" 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HSET adk:session:... + XADD event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Supervisor's NLU classifies the intent and writes productType into session.state via state_delta — persisted through append_event.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17830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783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"$20,000"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2788920"/>
            <a:ext cx="4892040" cy="1417320"/>
          </a:xfrm>
          <a:prstGeom prst="roundRect">
            <a:avLst>
              <a:gd name="adj" fmla="val 3871"/>
            </a:avLst>
          </a:prstGeom>
          <a:solidFill>
            <a:srgbClr val="161D4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9260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/chat  { sessionId, utterance }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ToolContext.state.get("productType")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C9B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"Loan"  (resolved from Redis)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92240" y="434340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productType anywhere in this request. The loan tool reads it from ToolContext.state — resolved server-side, not client-supplied.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89320" y="3383280"/>
            <a:ext cx="182880" cy="914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the supervisor can hand off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transfer_to_agent (AutoFlow)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hands the whole conversation to a sub-agent; it owns later turns until it explicitly hands back.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376" y="3240816"/>
            <a:ext cx="230063" cy="23006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163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not re-invoked every turn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76" y="3743736"/>
            <a:ext cx="230063" cy="2300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3666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data not refreshed mid-flow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22960" y="420624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376" y="4246656"/>
            <a:ext cx="230063" cy="23006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41696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Cross-turn handoff persistence varies by version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22960" y="4709160"/>
            <a:ext cx="310896" cy="310896"/>
          </a:xfrm>
          <a:prstGeom prst="ellipse">
            <a:avLst/>
          </a:prstGeom>
          <a:solidFill>
            <a:srgbClr val="F2F5F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376" y="4749576"/>
            <a:ext cx="230063" cy="23006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467258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long, fully linear sub-flows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263640" y="1508760"/>
            <a:ext cx="53492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9738360" y="1691640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2" name="Text 16"/>
          <p:cNvSpPr/>
          <p:nvPr/>
        </p:nvSpPr>
        <p:spPr>
          <a:xfrm>
            <a:off x="9738360" y="1691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53796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53796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AgentTool delegation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6537960" y="245059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 are wrapped as tools; supervisor stays the entry point and decides routing fresh on every single turn.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537960" y="320040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376" y="3240816"/>
            <a:ext cx="230063" cy="23006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9440" y="316382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current channel/locale before every route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537960" y="370332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8376" y="3743736"/>
            <a:ext cx="230063" cy="23006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49440" y="366674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Naturally re-evaluates intent every turn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6537960" y="420624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8376" y="4246656"/>
            <a:ext cx="230063" cy="23006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949440" y="416966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escalation plumbing needed to switch topics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537960" y="4709160"/>
            <a:ext cx="310896" cy="310896"/>
          </a:xfrm>
          <a:prstGeom prst="ellipse">
            <a:avLst/>
          </a:prstGeom>
          <a:solidFill>
            <a:srgbClr val="E6F4F2"/>
          </a:solidFill>
          <a:ln/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8376" y="4749576"/>
            <a:ext cx="230063" cy="230063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949440" y="4672584"/>
            <a:ext cx="4343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LLM call per turn vs. direct handoff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9" name="Text 29"/>
          <p:cNvSpPr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"Sub-agent" doesn't mean one flat call.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pattern can wrap a composite agent (Sequential / Loop / nested sub_agents) — internal steps run synchronously within one turn. A multi-turn sub-flow persists progress via namespaced session.state (e.g. loan_flow.step), not suspended execution — that state is the only thing that survives across separate HTTP turns.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41" name="Text 3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CHANNEL-AWARE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data reaches the supervisor before it picks a tool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5905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115" y="20034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1323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appends a synthetic event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152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state_delta: { "temp:channel": "ivr", "temp:locale": "en-US" } — through append_event, not a direct state write.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170682" y="3291840"/>
            <a:ext cx="17373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37185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9115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325" y="200345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901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3644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before_agent_callback reads it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355473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the supervisor's routing call; loads channel/locale into the invocation context.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993892" y="3291840"/>
            <a:ext cx="17373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619506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72325" y="19202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5535" y="200345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3222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35965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list is filtered + prompted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637794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Channel-incompatible sub-agent-tools are removed from the call, and {channel} is referenced in the instruction.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817102" y="3291840"/>
            <a:ext cx="173736" cy="914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9018270" y="1691640"/>
            <a:ext cx="2594610" cy="3200400"/>
          </a:xfrm>
          <a:prstGeom prst="roundRect">
            <a:avLst>
              <a:gd name="adj" fmla="val 2819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95535" y="1920240"/>
            <a:ext cx="640080" cy="640080"/>
          </a:xfrm>
          <a:prstGeom prst="ellipse">
            <a:avLst/>
          </a:prstGeom>
          <a:solidFill>
            <a:srgbClr val="0F766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745" y="2003450"/>
            <a:ext cx="473659" cy="47365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55430" y="2697480"/>
            <a:ext cx="23202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182862" y="2971800"/>
            <a:ext cx="22654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routes with full context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9201150" y="3703320"/>
            <a:ext cx="222885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turn, same LLM call — routing decision already accounts for channel.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MID-CONVERSATION RE-ROUTING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when the user switches intent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turn, the supervisor compares the new utterance against active_intent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3288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current 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8437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tool called again — e.g. an amount after a loan question.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8680" y="3447288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F2F5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55701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Expresses a different need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 called this turn; active_intent updated.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68680" y="4471416"/>
            <a:ext cx="5394960" cy="868680"/>
          </a:xfrm>
          <a:prstGeom prst="roundRect">
            <a:avLst>
              <a:gd name="adj" fmla="val 7368"/>
            </a:avLst>
          </a:prstGeom>
          <a:solidFill>
            <a:srgbClr val="F1F2F6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5811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ambiguous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892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asks a clarifying question instead of guessing.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554480"/>
            <a:ext cx="4846320" cy="4160520"/>
          </a:xfrm>
          <a:prstGeom prst="roundRect">
            <a:avLst>
              <a:gd name="adj" fmla="val 1758"/>
            </a:avLst>
          </a:prstGeom>
          <a:solidFill>
            <a:srgbClr val="161D4D"/>
          </a:solidFill>
          <a:ln w="12700">
            <a:solidFill>
              <a:srgbClr val="161D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7830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0316" y="1842516"/>
            <a:ext cx="338328" cy="3383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63524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state per flow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040880" y="23317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flows shouldn't collide with — or be destroyed by — whatever the user asks next.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40880" y="2971800"/>
            <a:ext cx="4297680" cy="246888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7269480" y="315468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loan_flow.productType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loan_flow.amount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loan_flow.step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billing_flow.accountId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billing_flow.step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active_intent  →  "billing_flow"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Concurrency, expiry, and failure handling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8425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35000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state merge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49808" y="26517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Lua script merges state_delta fields + appends the event in one round trip — safe when parallel sub-agents write concurrently.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79392" y="160020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9996" y="18425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35000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lock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80560" y="26517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NX with a short TTL around a turn's Runner invocation guards against double-submits (double-click, client retry).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010144" y="160020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7830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748" y="184251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11312" y="235000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TTL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11312" y="265176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hash + event stream TTL refreshed on every turn; idle conversations expire cleanly instead of accumulating forever.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8640" y="329184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474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53415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" y="404164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expiry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749808" y="4343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Missing/evicted session ⇒ treated as new; tools defensively check for required slots and re-ask rather than assume.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279392" y="329184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3474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9996" y="353415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04164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trimming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4480560" y="4343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numRecentEvents per turn and trim the Redis stream; offload long-term recall to a memory service, not live state.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010144" y="3291840"/>
            <a:ext cx="3593592" cy="1508760"/>
          </a:xfrm>
          <a:prstGeom prst="roundRect">
            <a:avLst>
              <a:gd name="adj" fmla="val 4848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34747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0748" y="3534156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11312" y="4041648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vs session state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211312" y="4343400"/>
            <a:ext cx="31912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preferences use the user: prefix and survive across sessions/devices; everything else resets per conversation.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Evaluations that exercise session state, not just replies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— agent quality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29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/ pytest / AgentEvaluator, against .evalset.json files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tool_trajectory_avg_score 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right sub-agent-tool, right order (EXACT / IN_ORDER / ANY_ORDER)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response_match_score / final_response_match_v2 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reply quality vs. a reference (ROUGE-1 or LLM-judge)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criteria 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multi_turn_task_success_v1, trajectory_quality_v1, tool_use_quality_v1, paired with simulated user personas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— session infra reliability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37960" y="20299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 against the Redis-backed SessionService directly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3796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seeding &amp; assertion 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seed session_input.state, run a turn, diff session.state after — ADK's built-in criteria don't grade state values directly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parallel sub-agent writes under load; assert no lost updates from the Lua merge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 / expiry  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simulate eviction mid-flow; assert graceful re-ask, not a crash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matrix for CI regression gating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5720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Validates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Channel-conditioned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sub-agent-tool selected per channel (web / IVR / mobile)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expected_tool_use + IN_ORDER / ANY_ORDER match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switch mid-flow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 re-routes instead of forcing continuation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multi_turn_trajectory_quality_v1 + custom state diff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persistence (productType)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set on turn N is correctly read on turn N+2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session_input.state seeding + post-run assertion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expiry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Graceful reprompt, no crash, no stale-slot leakage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integration test simulating TTL eviction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1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 sub-agent writes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lost updates under parallel state_delta writes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load test against the Lua merge script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eval suite into CI: thresholds set in EvalConfig, fail the build below threshold — the same scenarios carry into Arize monitors once shipped.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Arize: watching the same session once it's 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(previous slide) gates changes before ship; Arize traces the identical session.id once traffic is live — same identity, continuous signal.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874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93395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44144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Session-level evals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49808" y="274320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LLM-judge scores per session.id for context retention, goal completion, and task progression — validates productType-style slot carry-over on live traffic, not just test cases.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251960" y="16916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53128" y="1874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193395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244144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tool analytics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453128" y="274320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supervisor tool call traced with channel and active_intent as span metadata; dashboards break down routing distribution and per-tool success rate / latency by channel.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9808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80847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9808" y="431596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&amp; alerting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9808" y="461772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on Slack / PagerDuty fire when context-retention score, intent-switch rate, or tool error rate drifts past threshold — catches regressions no offline evalset covered.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251960" y="356616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2F5FD"/>
          </a:solidFill>
          <a:ln w="12700">
            <a:solidFill>
              <a:srgbClr val="DCE3F4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453128" y="3749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564" y="380847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453128" y="4315968"/>
            <a:ext cx="3118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correlation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453128" y="4617720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using_session(session_id, user_id) tags every span with the same (appName, userId, sessionId) used in Redis — one identity across state, traces, and dashboards.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8092440" y="16916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161D4D"/>
          </a:solidFill>
          <a:ln w="12700">
            <a:solidFill>
              <a:srgbClr val="161D4D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321040" y="1874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WIRE-UP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8321040" y="2194560"/>
            <a:ext cx="31089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arize.otel import register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openinference.instrumentation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.google_adk import GoogleADKInstrumentor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openinference.instrumentation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 using_session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register(space_id=..., api_key=...,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project_name="loan-assistant")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GoogleADKInstrumentor().instrument()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using_session(session_id=sid,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user_id=uid):</a:t>
            </a:r>
            <a:endParaRPr lang="en-US" sz="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7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for ev in runner.run_async(...):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548640" y="54406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6F4F2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session.id, three views: Redis holds the state, ADK eval gates the regression, Arize traces and scores it live.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 · Spring Boot + Google ADK + Redis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33856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D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canonical session, owned by the agent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020" y="184846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830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backs session.state directly — Spring Boot manages identity and transport, not a second copy of business state.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20" y="2625700"/>
            <a:ext cx="372161" cy="37216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60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values resolve server-side every turn; the client only ever carries an opaque sessionId.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20" y="3402940"/>
            <a:ext cx="372161" cy="37216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3375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stays in the loop every turn (AgentTool pattern) so channel data and topic changes are seen before routing.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020" y="4180180"/>
            <a:ext cx="372161" cy="3721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114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eval criteria plus targeted session-state and concurrency tests keep this regression-free in CI.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20" y="4957420"/>
            <a:ext cx="372161" cy="37216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892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traces the same session.id in production — session-level evals and monitors pick up where CI leaves off.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Multi-Turn Session Management — Spring Boot + ADK</dc:title>
  <dc:subject>PptxGenJS Presentation</dc:subject>
  <dc:creator>Architecture Review</dc:creator>
  <cp:lastModifiedBy>Architecture Review</cp:lastModifiedBy>
  <cp:revision>1</cp:revision>
  <dcterms:created xsi:type="dcterms:W3CDTF">2026-06-20T18:55:55Z</dcterms:created>
  <dcterms:modified xsi:type="dcterms:W3CDTF">2026-06-20T18:55:55Z</dcterms:modified>
</cp:coreProperties>
</file>